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00563-E604-8C49-A69E-0C47B0AF6651}" type="datetimeFigureOut">
              <a:rPr lang="nl-NL" smtClean="0"/>
              <a:t>26-06-2026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32ED0-5AAD-3941-964B-0FD5D489EE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863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32ED0-5AAD-3941-964B-0FD5D489EE9B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26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battlesnake.com/account/battlesnakes" TargetMode="External"/><Relationship Id="rId2" Type="http://schemas.openxmlformats.org/officeDocument/2006/relationships/hyperlink" Target="https://battlesnake-nm77.onrender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2/games/games.html" TargetMode="External"/><Relationship Id="rId2" Type="http://schemas.openxmlformats.org/officeDocument/2006/relationships/hyperlink" Target="https://battlesnake-nm77.onrender.com/games/game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D93A9-239B-5E14-98CA-7D9132BB9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BattleSnake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5D9CB16-C497-3A53-63F4-0A5B57687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4552" y="3403064"/>
            <a:ext cx="5357600" cy="1160213"/>
          </a:xfrm>
        </p:spPr>
        <p:txBody>
          <a:bodyPr/>
          <a:lstStyle/>
          <a:p>
            <a:r>
              <a:rPr lang="nl-NL" dirty="0"/>
              <a:t>Door Leroy Andrade</a:t>
            </a:r>
          </a:p>
        </p:txBody>
      </p:sp>
    </p:spTree>
    <p:extLst>
      <p:ext uri="{BB962C8B-B14F-4D97-AF65-F5344CB8AC3E}">
        <p14:creationId xmlns:p14="http://schemas.microsoft.com/office/powerpoint/2010/main" val="15442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4BEED-5DC1-A4B6-0861-325D1A8C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Basis-service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109386-0E9F-B19B-C122-AB22C5FBF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- GET  /restservices</a:t>
            </a:r>
          </a:p>
          <a:p>
            <a:r>
              <a:rPr lang="nl-NL" dirty="0"/>
              <a:t>- POST /restservices/start</a:t>
            </a:r>
          </a:p>
          <a:p>
            <a:r>
              <a:rPr lang="nl-NL" dirty="0"/>
              <a:t>- POST /restservices/move</a:t>
            </a:r>
          </a:p>
          <a:p>
            <a:r>
              <a:rPr lang="nl-NL" dirty="0"/>
              <a:t>- POST /restservices/end </a:t>
            </a:r>
          </a:p>
          <a:p>
            <a:r>
              <a:rPr lang="nl-NL" dirty="0"/>
              <a:t>(toon Bruno)</a:t>
            </a:r>
          </a:p>
        </p:txBody>
      </p:sp>
    </p:spTree>
    <p:extLst>
      <p:ext uri="{BB962C8B-B14F-4D97-AF65-F5344CB8AC3E}">
        <p14:creationId xmlns:p14="http://schemas.microsoft.com/office/powerpoint/2010/main" val="175633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34403-8DE7-32D1-63E9-14D11669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Deployment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6E29051-5473-B658-F8CD-18DB34245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Zowel:</a:t>
            </a:r>
          </a:p>
          <a:p>
            <a:r>
              <a:rPr lang="nl-NL" dirty="0"/>
              <a:t>- Lokaal</a:t>
            </a:r>
          </a:p>
          <a:p>
            <a:r>
              <a:rPr lang="nl-NL" dirty="0"/>
              <a:t>- als online: </a:t>
            </a:r>
            <a:r>
              <a:rPr lang="nl-NL" dirty="0">
                <a:hlinkClick r:id="rId2"/>
              </a:rPr>
              <a:t>https://battlesnake-nm77.onrender.com/</a:t>
            </a:r>
            <a:endParaRPr lang="nl-NL" dirty="0"/>
          </a:p>
          <a:p>
            <a:r>
              <a:rPr lang="nl-NL" dirty="0"/>
              <a:t>- met succesvolle koppeling in </a:t>
            </a:r>
            <a:r>
              <a:rPr lang="nl-NL" dirty="0" err="1"/>
              <a:t>BattleSnale</a:t>
            </a:r>
            <a:r>
              <a:rPr lang="nl-NL" dirty="0"/>
              <a:t>: </a:t>
            </a:r>
            <a:r>
              <a:rPr lang="nl-NL" sz="1500" dirty="0">
                <a:hlinkClick r:id="rId3"/>
              </a:rPr>
              <a:t>https://play.battlesnake.com/account/battlesnakes</a:t>
            </a:r>
            <a:r>
              <a:rPr lang="nl-NL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750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DBE01-BD76-A685-A6DF-5C86FA6F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OO </a:t>
            </a:r>
            <a:r>
              <a:rPr lang="nl-NL" dirty="0" err="1"/>
              <a:t>Principles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97755E-6D60-E11E-194E-FF3B156F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546507"/>
            <a:ext cx="7796540" cy="3997828"/>
          </a:xfrm>
        </p:spPr>
        <p:txBody>
          <a:bodyPr/>
          <a:lstStyle/>
          <a:p>
            <a:r>
              <a:rPr lang="nl-NL" dirty="0"/>
              <a:t>Ik heb niet alles in mijn resource classes gezet. Mijn </a:t>
            </a:r>
            <a:r>
              <a:rPr lang="nl-NL" dirty="0" err="1"/>
              <a:t>webservices</a:t>
            </a:r>
            <a:r>
              <a:rPr lang="nl-NL" dirty="0"/>
              <a:t> package ontvangt HTTP </a:t>
            </a:r>
            <a:r>
              <a:rPr lang="nl-NL" dirty="0" err="1"/>
              <a:t>requests</a:t>
            </a:r>
            <a:r>
              <a:rPr lang="nl-NL" dirty="0"/>
              <a:t> en geeft responses terug. </a:t>
            </a:r>
          </a:p>
          <a:p>
            <a:r>
              <a:rPr lang="nl-NL" dirty="0"/>
              <a:t>Mijn Model package bevat de domeinlogica en data, zoals Game, Board, </a:t>
            </a:r>
            <a:r>
              <a:rPr lang="nl-NL" dirty="0" err="1"/>
              <a:t>SnakeSettings</a:t>
            </a:r>
            <a:r>
              <a:rPr lang="nl-NL" dirty="0"/>
              <a:t>, </a:t>
            </a:r>
            <a:r>
              <a:rPr lang="nl-NL" dirty="0" err="1"/>
              <a:t>GameRecord</a:t>
            </a:r>
            <a:r>
              <a:rPr lang="nl-NL" dirty="0"/>
              <a:t> en </a:t>
            </a:r>
            <a:r>
              <a:rPr lang="nl-NL" dirty="0" err="1"/>
              <a:t>AppDataOpslag</a:t>
            </a:r>
            <a:r>
              <a:rPr lang="nl-NL" dirty="0"/>
              <a:t>. </a:t>
            </a:r>
          </a:p>
          <a:p>
            <a:r>
              <a:rPr lang="nl-NL" dirty="0"/>
              <a:t>Persistentie staat apart in </a:t>
            </a:r>
            <a:r>
              <a:rPr lang="nl-NL" dirty="0" err="1"/>
              <a:t>PersistenceManager</a:t>
            </a:r>
            <a:r>
              <a:rPr lang="nl-NL" dirty="0"/>
              <a:t> en security staat apart in de Security package.</a:t>
            </a:r>
          </a:p>
        </p:txBody>
      </p:sp>
    </p:spTree>
    <p:extLst>
      <p:ext uri="{BB962C8B-B14F-4D97-AF65-F5344CB8AC3E}">
        <p14:creationId xmlns:p14="http://schemas.microsoft.com/office/powerpoint/2010/main" val="57123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D3415-EE8F-9F82-6D23-5A8BEEC9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Domein Complexiteit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669527-74EE-3E1F-6462-496DF4C2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Game.java</a:t>
            </a:r>
            <a:endParaRPr lang="nl-NL" dirty="0"/>
          </a:p>
          <a:p>
            <a:r>
              <a:rPr lang="nl-NL" dirty="0"/>
              <a:t>Checks: raak ik mijzelf, een ander of de muur?</a:t>
            </a:r>
          </a:p>
          <a:p>
            <a:r>
              <a:rPr lang="nl-NL" dirty="0"/>
              <a:t>Zo niet, ga naar voedsel, anders, ga naar veilig plek</a:t>
            </a:r>
          </a:p>
        </p:txBody>
      </p:sp>
    </p:spTree>
    <p:extLst>
      <p:ext uri="{BB962C8B-B14F-4D97-AF65-F5344CB8AC3E}">
        <p14:creationId xmlns:p14="http://schemas.microsoft.com/office/powerpoint/2010/main" val="4817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4AC5A-3A8C-872F-6580-7ED7F88F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Login - Koppeling FEP &amp; BEP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7CED18-4833-EEA6-ADC7-CA3C2AE8A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ContextListener</a:t>
            </a:r>
            <a:endParaRPr lang="nl-NL" dirty="0"/>
          </a:p>
          <a:p>
            <a:r>
              <a:rPr lang="nl-NL" dirty="0"/>
              <a:t>JS </a:t>
            </a:r>
            <a:r>
              <a:rPr lang="nl-NL" dirty="0" err="1"/>
              <a:t>fetch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610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95E18-857E-27A0-BDBE-EB4B431F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REST toepassing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C11270-D115-6C70-E590-9B5363554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263" y="1094686"/>
            <a:ext cx="7796540" cy="3997828"/>
          </a:xfrm>
        </p:spPr>
        <p:txBody>
          <a:bodyPr/>
          <a:lstStyle/>
          <a:p>
            <a:r>
              <a:rPr lang="nl-NL" dirty="0"/>
              <a:t>Mijn applicatie gebruikt een </a:t>
            </a:r>
            <a:r>
              <a:rPr lang="nl-NL" dirty="0" err="1"/>
              <a:t>RESTful</a:t>
            </a:r>
            <a:r>
              <a:rPr lang="nl-NL" dirty="0"/>
              <a:t> structuur waarbij resources via duidelijke URL’s bereikbaar zijn. De belangrijkste resources zijn </a:t>
            </a:r>
            <a:r>
              <a:rPr lang="nl-NL" dirty="0" err="1"/>
              <a:t>snake</a:t>
            </a:r>
            <a:r>
              <a:rPr lang="nl-NL" dirty="0"/>
              <a:t>, games en </a:t>
            </a:r>
            <a:r>
              <a:rPr lang="nl-NL" dirty="0" err="1"/>
              <a:t>authentication</a:t>
            </a:r>
            <a:r>
              <a:rPr lang="nl-NL" dirty="0"/>
              <a:t>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F366C39D-AE16-2735-E6E1-93BB58EFF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292933"/>
              </p:ext>
            </p:extLst>
          </p:nvPr>
        </p:nvGraphicFramePr>
        <p:xfrm>
          <a:off x="2773363" y="2854770"/>
          <a:ext cx="7796211" cy="26012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8737">
                  <a:extLst>
                    <a:ext uri="{9D8B030D-6E8A-4147-A177-3AD203B41FA5}">
                      <a16:colId xmlns:a16="http://schemas.microsoft.com/office/drawing/2014/main" val="1654754045"/>
                    </a:ext>
                  </a:extLst>
                </a:gridCol>
                <a:gridCol w="2598737">
                  <a:extLst>
                    <a:ext uri="{9D8B030D-6E8A-4147-A177-3AD203B41FA5}">
                      <a16:colId xmlns:a16="http://schemas.microsoft.com/office/drawing/2014/main" val="312797920"/>
                    </a:ext>
                  </a:extLst>
                </a:gridCol>
                <a:gridCol w="2598737">
                  <a:extLst>
                    <a:ext uri="{9D8B030D-6E8A-4147-A177-3AD203B41FA5}">
                      <a16:colId xmlns:a16="http://schemas.microsoft.com/office/drawing/2014/main" val="746387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HTTP methode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Endpoint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Doel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866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GET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/restservices/snake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Snake-instellingen ophalen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9104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PATCH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/restservices/snake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Snake-instellingen gedeeltelijk aanpassen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214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POST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/restservices/authentication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Inloggen en JWT-token ontvangen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7191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GET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/restservices/games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Alle gespeelde games ophalen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392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GET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/restservices/games/{</a:t>
                      </a:r>
                      <a:r>
                        <a:rPr lang="nl-NL" sz="1000" kern="0" dirty="0" err="1">
                          <a:effectLst/>
                        </a:rPr>
                        <a:t>gameId</a:t>
                      </a:r>
                      <a:r>
                        <a:rPr lang="nl-NL" sz="1000" kern="0" dirty="0">
                          <a:effectLst/>
                        </a:rPr>
                        <a:t>}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Eén specifieke game ophalen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630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DELETE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/restservices/games/{</a:t>
                      </a:r>
                      <a:r>
                        <a:rPr lang="nl-NL" sz="1000" kern="0" dirty="0" err="1">
                          <a:effectLst/>
                        </a:rPr>
                        <a:t>gameId</a:t>
                      </a:r>
                      <a:r>
                        <a:rPr lang="nl-NL" sz="1000" kern="0" dirty="0">
                          <a:effectLst/>
                        </a:rPr>
                        <a:t>}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Eén specifieke game verwijderen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314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x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 dirty="0" err="1">
                          <a:effectLst/>
                        </a:rPr>
                        <a:t>BattleSnake</a:t>
                      </a:r>
                      <a:r>
                        <a:rPr lang="nl-NL" sz="1200" kern="0" dirty="0">
                          <a:effectLst/>
                        </a:rPr>
                        <a:t> info ophalen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6966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POST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/restservices/start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BattleSnake start webhook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2406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POST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/restservices/move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>
                          <a:effectLst/>
                        </a:rPr>
                        <a:t>BattleSnake move webhook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290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 dirty="0">
                          <a:effectLst/>
                        </a:rPr>
                        <a:t>POST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000" kern="0">
                          <a:effectLst/>
                        </a:rPr>
                        <a:t>/restservices/end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0" dirty="0" err="1">
                          <a:effectLst/>
                        </a:rPr>
                        <a:t>BattleSnake</a:t>
                      </a:r>
                      <a:r>
                        <a:rPr lang="nl-NL" sz="1200" kern="0" dirty="0">
                          <a:effectLst/>
                        </a:rPr>
                        <a:t> end </a:t>
                      </a:r>
                      <a:r>
                        <a:rPr lang="nl-NL" sz="1200" kern="0" dirty="0" err="1">
                          <a:effectLst/>
                        </a:rPr>
                        <a:t>webhook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8287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71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DFF650-221E-08D4-7AB8-597D5CBD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Koppeling FEP &amp; BEP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7309D5-B859-E1E5-AECB-9EE0FE7E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474" y="1602889"/>
            <a:ext cx="7637929" cy="1703854"/>
          </a:xfrm>
        </p:spPr>
        <p:txBody>
          <a:bodyPr>
            <a:normAutofit/>
          </a:bodyPr>
          <a:lstStyle/>
          <a:p>
            <a:r>
              <a:rPr lang="nl-NL" sz="1500" dirty="0"/>
              <a:t>login-</a:t>
            </a:r>
            <a:r>
              <a:rPr lang="nl-NL" sz="1500" dirty="0" err="1"/>
              <a:t>service.js</a:t>
            </a:r>
            <a:r>
              <a:rPr lang="nl-NL" sz="1500" dirty="0"/>
              <a:t> → POST /restservices/</a:t>
            </a:r>
            <a:r>
              <a:rPr lang="nl-NL" sz="1500" dirty="0" err="1"/>
              <a:t>authentication</a:t>
            </a:r>
            <a:r>
              <a:rPr lang="nl-NL" sz="1500" dirty="0"/>
              <a:t> + JWT opslaan</a:t>
            </a:r>
          </a:p>
          <a:p>
            <a:r>
              <a:rPr lang="nl-NL" sz="1500" dirty="0" err="1"/>
              <a:t>snake-service.js</a:t>
            </a:r>
            <a:r>
              <a:rPr lang="nl-NL" sz="1500" dirty="0"/>
              <a:t> → GET /restservices/</a:t>
            </a:r>
            <a:r>
              <a:rPr lang="nl-NL" sz="1500" dirty="0" err="1"/>
              <a:t>snake</a:t>
            </a:r>
            <a:r>
              <a:rPr lang="nl-NL" sz="1500" dirty="0"/>
              <a:t> + PATCH /restservices/</a:t>
            </a:r>
            <a:r>
              <a:rPr lang="nl-NL" sz="1500" dirty="0" err="1"/>
              <a:t>snake</a:t>
            </a:r>
            <a:r>
              <a:rPr lang="nl-NL" sz="1500" dirty="0"/>
              <a:t> met JWT</a:t>
            </a:r>
          </a:p>
          <a:p>
            <a:r>
              <a:rPr lang="nl-NL" sz="1500" dirty="0"/>
              <a:t>games-</a:t>
            </a:r>
            <a:r>
              <a:rPr lang="nl-NL" sz="1500" dirty="0" err="1"/>
              <a:t>service.js</a:t>
            </a:r>
            <a:r>
              <a:rPr lang="nl-NL" sz="1500" dirty="0"/>
              <a:t> → GET /restservices/games + GET/DELETE /restservices/games/{</a:t>
            </a:r>
            <a:r>
              <a:rPr lang="nl-NL" sz="1500" dirty="0" err="1"/>
              <a:t>gameId</a:t>
            </a:r>
            <a:r>
              <a:rPr lang="nl-NL" sz="1500" dirty="0"/>
              <a:t>} met JWT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03A52F5-9753-86B7-475E-550B62A87605}"/>
              </a:ext>
            </a:extLst>
          </p:cNvPr>
          <p:cNvSpPr txBox="1"/>
          <p:nvPr/>
        </p:nvSpPr>
        <p:spPr>
          <a:xfrm>
            <a:off x="1160481" y="3469341"/>
            <a:ext cx="1015073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500" dirty="0"/>
              <a:t>Voor de koppeling tussen mijn </a:t>
            </a:r>
            <a:r>
              <a:rPr lang="nl-NL" sz="1500" dirty="0" err="1"/>
              <a:t>frontend</a:t>
            </a:r>
            <a:r>
              <a:rPr lang="nl-NL" sz="1500" dirty="0"/>
              <a:t> en backend gebruik ik aparte </a:t>
            </a:r>
            <a:r>
              <a:rPr lang="nl-NL" sz="1500" dirty="0" err="1"/>
              <a:t>JavaScript</a:t>
            </a:r>
            <a:r>
              <a:rPr lang="nl-NL" sz="1500" dirty="0"/>
              <a:t> service classes. Dit was al deels voorgekauwd door de template van de docenten. De </a:t>
            </a:r>
            <a:r>
              <a:rPr lang="nl-NL" sz="1500" dirty="0" err="1"/>
              <a:t>frontend</a:t>
            </a:r>
            <a:r>
              <a:rPr lang="nl-NL" sz="1500" dirty="0"/>
              <a:t> roept de REST </a:t>
            </a:r>
            <a:r>
              <a:rPr lang="nl-NL" sz="1500" dirty="0" err="1"/>
              <a:t>endpoints</a:t>
            </a:r>
            <a:r>
              <a:rPr lang="nl-NL" sz="1500" dirty="0"/>
              <a:t> niet direct overal aan, maar doet dit via login-</a:t>
            </a:r>
            <a:r>
              <a:rPr lang="nl-NL" sz="1500" dirty="0" err="1"/>
              <a:t>service.js</a:t>
            </a:r>
            <a:r>
              <a:rPr lang="nl-NL" sz="1500" dirty="0"/>
              <a:t>, </a:t>
            </a:r>
            <a:r>
              <a:rPr lang="nl-NL" sz="1500" dirty="0" err="1"/>
              <a:t>snake-service.js</a:t>
            </a:r>
            <a:r>
              <a:rPr lang="nl-NL" sz="1500" dirty="0"/>
              <a:t> en games-</a:t>
            </a:r>
            <a:r>
              <a:rPr lang="nl-NL" sz="1500" dirty="0" err="1"/>
              <a:t>service.js</a:t>
            </a:r>
            <a:r>
              <a:rPr lang="nl-NL" sz="1500" dirty="0"/>
              <a:t>.</a:t>
            </a:r>
            <a:br>
              <a:rPr lang="nl-NL" sz="1500" dirty="0"/>
            </a:br>
            <a:br>
              <a:rPr lang="nl-NL" sz="1500" dirty="0"/>
            </a:br>
            <a:r>
              <a:rPr lang="nl-NL" sz="1500" dirty="0"/>
              <a:t>login-</a:t>
            </a:r>
            <a:r>
              <a:rPr lang="nl-NL" sz="1500" dirty="0" err="1"/>
              <a:t>service.js</a:t>
            </a:r>
            <a:r>
              <a:rPr lang="nl-NL" sz="1500" dirty="0"/>
              <a:t> handelt het inloggen af via POST /restservices/</a:t>
            </a:r>
            <a:r>
              <a:rPr lang="nl-NL" sz="1500" dirty="0" err="1"/>
              <a:t>authentication</a:t>
            </a:r>
            <a:r>
              <a:rPr lang="nl-NL" sz="1500" dirty="0"/>
              <a:t> en bewaart de JWT in </a:t>
            </a:r>
            <a:r>
              <a:rPr lang="nl-NL" sz="1500" dirty="0" err="1"/>
              <a:t>sessionStorage</a:t>
            </a:r>
            <a:r>
              <a:rPr lang="nl-NL" sz="1500" dirty="0"/>
              <a:t>.</a:t>
            </a:r>
          </a:p>
          <a:p>
            <a:r>
              <a:rPr lang="nl-NL" sz="1500" dirty="0"/>
              <a:t> </a:t>
            </a:r>
            <a:br>
              <a:rPr lang="nl-NL" sz="1500" dirty="0"/>
            </a:br>
            <a:r>
              <a:rPr lang="nl-NL" sz="1500" dirty="0" err="1"/>
              <a:t>snake-service.js</a:t>
            </a:r>
            <a:r>
              <a:rPr lang="nl-NL" sz="1500" dirty="0"/>
              <a:t> haalt de </a:t>
            </a:r>
            <a:r>
              <a:rPr lang="nl-NL" sz="1500" dirty="0" err="1"/>
              <a:t>snake</a:t>
            </a:r>
            <a:r>
              <a:rPr lang="nl-NL" sz="1500" dirty="0"/>
              <a:t> metadata op via GET /restservices/</a:t>
            </a:r>
            <a:r>
              <a:rPr lang="nl-NL" sz="1500" dirty="0" err="1"/>
              <a:t>snake</a:t>
            </a:r>
            <a:r>
              <a:rPr lang="nl-NL" sz="1500" dirty="0"/>
              <a:t> en past de metadata aan via PATCH /restservices/</a:t>
            </a:r>
            <a:r>
              <a:rPr lang="nl-NL" sz="1500" dirty="0" err="1"/>
              <a:t>snake</a:t>
            </a:r>
            <a:r>
              <a:rPr lang="nl-NL" sz="1500" dirty="0"/>
              <a:t> met een </a:t>
            </a:r>
            <a:r>
              <a:rPr lang="nl-NL" sz="1500" dirty="0" err="1"/>
              <a:t>Authorization</a:t>
            </a:r>
            <a:r>
              <a:rPr lang="nl-NL" sz="1500" dirty="0"/>
              <a:t> </a:t>
            </a:r>
            <a:r>
              <a:rPr lang="nl-NL" sz="1500" dirty="0" err="1"/>
              <a:t>Bearer</a:t>
            </a:r>
            <a:r>
              <a:rPr lang="nl-NL" sz="1500" dirty="0"/>
              <a:t> token.</a:t>
            </a:r>
          </a:p>
          <a:p>
            <a:br>
              <a:rPr lang="nl-NL" sz="1500" dirty="0"/>
            </a:br>
            <a:r>
              <a:rPr lang="nl-NL" sz="1500" dirty="0"/>
              <a:t>games-</a:t>
            </a:r>
            <a:r>
              <a:rPr lang="nl-NL" sz="1500" dirty="0" err="1"/>
              <a:t>service.js</a:t>
            </a:r>
            <a:r>
              <a:rPr lang="nl-NL" sz="1500" dirty="0"/>
              <a:t> haalt gespeelde games op via GET /restservices/games, toont details via GET /restservices/games/{</a:t>
            </a:r>
            <a:r>
              <a:rPr lang="nl-NL" sz="1500" dirty="0" err="1"/>
              <a:t>gameId</a:t>
            </a:r>
            <a:r>
              <a:rPr lang="nl-NL" sz="1500" dirty="0"/>
              <a:t>} en verwijdert games via DELETE /restservices/games/{</a:t>
            </a:r>
            <a:r>
              <a:rPr lang="nl-NL" sz="1500" dirty="0" err="1"/>
              <a:t>gameId</a:t>
            </a:r>
            <a:r>
              <a:rPr lang="nl-NL" sz="1500" dirty="0"/>
              <a:t>}.</a:t>
            </a:r>
            <a:br>
              <a:rPr lang="nl-NL" sz="1500" dirty="0"/>
            </a:br>
            <a:br>
              <a:rPr lang="nl-NL" sz="1500" dirty="0"/>
            </a:br>
            <a:r>
              <a:rPr lang="nl-NL" sz="1500" dirty="0"/>
              <a:t>Hiermee is de FEP-BEP koppeling gescheiden in service classes en gebruikt de </a:t>
            </a:r>
            <a:r>
              <a:rPr lang="nl-NL" sz="1500" dirty="0" err="1"/>
              <a:t>frontend</a:t>
            </a:r>
            <a:r>
              <a:rPr lang="nl-NL" sz="1500" dirty="0"/>
              <a:t> de REST API van backend op een manier waarmee ik het kan hergebruiken.</a:t>
            </a:r>
          </a:p>
        </p:txBody>
      </p:sp>
    </p:spTree>
    <p:extLst>
      <p:ext uri="{BB962C8B-B14F-4D97-AF65-F5344CB8AC3E}">
        <p14:creationId xmlns:p14="http://schemas.microsoft.com/office/powerpoint/2010/main" val="269211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00B7E-C366-0A99-91AE-E7962064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Uiterlijk slang aanpassen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0BAE20-B5AC-282B-C173-3FBB01B9C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Bruno login </a:t>
            </a:r>
            <a:r>
              <a:rPr lang="nl-NL" dirty="0" err="1"/>
              <a:t>Render</a:t>
            </a:r>
            <a:endParaRPr lang="nl-NL" dirty="0"/>
          </a:p>
          <a:p>
            <a:r>
              <a:rPr lang="nl-NL" dirty="0"/>
              <a:t>Probeer Patch zonder JWT</a:t>
            </a:r>
          </a:p>
          <a:p>
            <a:r>
              <a:rPr lang="nl-NL" dirty="0"/>
              <a:t>JWT copy</a:t>
            </a:r>
          </a:p>
          <a:p>
            <a:r>
              <a:rPr lang="nl-NL" dirty="0"/>
              <a:t>JWT -&gt; PATCH slang</a:t>
            </a:r>
          </a:p>
          <a:p>
            <a:r>
              <a:rPr lang="nl-NL" dirty="0" err="1"/>
              <a:t>Refresh</a:t>
            </a:r>
            <a:r>
              <a:rPr lang="nl-NL" dirty="0"/>
              <a:t> </a:t>
            </a:r>
            <a:r>
              <a:rPr lang="nl-NL" dirty="0" err="1"/>
              <a:t>Render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382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5050D-495A-F2EF-C8F3-43322658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Informatie van gespeelde potjes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9D5CE8-F47D-B31B-020F-E8A889A57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Online: </a:t>
            </a:r>
            <a:r>
              <a:rPr lang="nl-NL" dirty="0">
                <a:hlinkClick r:id="rId2"/>
              </a:rPr>
              <a:t>https://battlesnake-nm77.onrender.com/games/games.html</a:t>
            </a:r>
            <a:endParaRPr lang="nl-NL" dirty="0"/>
          </a:p>
          <a:p>
            <a:endParaRPr lang="nl-NL" dirty="0"/>
          </a:p>
          <a:p>
            <a:r>
              <a:rPr lang="nl-NL" dirty="0"/>
              <a:t>Lokaal: </a:t>
            </a:r>
            <a:r>
              <a:rPr lang="nl-NL" dirty="0">
                <a:hlinkClick r:id="rId3"/>
              </a:rPr>
              <a:t>http://localhost:8082/games/games.html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566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65742-12B6-E258-7657-082BD8CC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Deleten van informatie spel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095DA51-1AA4-6515-5929-B98172B94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Bruno:</a:t>
            </a:r>
          </a:p>
          <a:p>
            <a:r>
              <a:rPr lang="nl-NL" dirty="0"/>
              <a:t>Start, move, end -&gt; delete</a:t>
            </a:r>
          </a:p>
        </p:txBody>
      </p:sp>
    </p:spTree>
    <p:extLst>
      <p:ext uri="{BB962C8B-B14F-4D97-AF65-F5344CB8AC3E}">
        <p14:creationId xmlns:p14="http://schemas.microsoft.com/office/powerpoint/2010/main" val="330149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58FE4-90E8-1249-BCF7-A089D3D7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Login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94DFAA-983A-06C2-23C2-0EFB4BDDF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import </a:t>
            </a:r>
            <a:r>
              <a:rPr lang="nl-NL" dirty="0" err="1"/>
              <a:t>javax.annotation.security.RolesAllowed</a:t>
            </a:r>
            <a:r>
              <a:rPr lang="nl-NL" dirty="0"/>
              <a:t>;</a:t>
            </a:r>
          </a:p>
          <a:p>
            <a:r>
              <a:rPr lang="nl-NL" dirty="0" err="1"/>
              <a:t>SnakeResource.java</a:t>
            </a:r>
            <a:endParaRPr lang="nl-NL" dirty="0"/>
          </a:p>
          <a:p>
            <a:r>
              <a:rPr lang="nl-NL" dirty="0"/>
              <a:t>@</a:t>
            </a:r>
            <a:r>
              <a:rPr lang="nl-NL" dirty="0" err="1"/>
              <a:t>RolesAllowed</a:t>
            </a:r>
            <a:r>
              <a:rPr lang="nl-NL" dirty="0"/>
              <a:t>({"user", "</a:t>
            </a:r>
            <a:r>
              <a:rPr lang="nl-NL" dirty="0" err="1"/>
              <a:t>admin</a:t>
            </a:r>
            <a:r>
              <a:rPr lang="nl-NL" dirty="0"/>
              <a:t>"})</a:t>
            </a:r>
          </a:p>
          <a:p>
            <a:r>
              <a:rPr lang="nl-NL" dirty="0" err="1"/>
              <a:t>GamesResource.java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6976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3AA31-F56F-F280-A8E7-19B16F7F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Security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E70E61-49F2-2C57-3033-2AC05A1C6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/>
              <a:t>Login </a:t>
            </a:r>
            <a:r>
              <a:rPr lang="nl-NL" b="1" dirty="0" err="1"/>
              <a:t>endpoint</a:t>
            </a:r>
            <a:r>
              <a:rPr lang="nl-NL" b="1" dirty="0"/>
              <a:t>: </a:t>
            </a:r>
            <a:r>
              <a:rPr lang="nl-NL" dirty="0"/>
              <a:t>POST /restservices/</a:t>
            </a:r>
            <a:r>
              <a:rPr lang="nl-NL" dirty="0" err="1"/>
              <a:t>authentication</a:t>
            </a:r>
            <a:endParaRPr lang="nl-NL" dirty="0"/>
          </a:p>
          <a:p>
            <a:r>
              <a:rPr lang="nl-NL" b="1" dirty="0"/>
              <a:t>JWT bevat </a:t>
            </a:r>
            <a:r>
              <a:rPr lang="nl-NL" b="1" dirty="0" err="1"/>
              <a:t>role</a:t>
            </a:r>
            <a:r>
              <a:rPr lang="nl-NL" b="1" dirty="0"/>
              <a:t>: </a:t>
            </a:r>
            <a:r>
              <a:rPr lang="nl-NL" dirty="0"/>
              <a:t>In de token stop ik: .claim("</a:t>
            </a:r>
            <a:r>
              <a:rPr lang="nl-NL" dirty="0" err="1"/>
              <a:t>role</a:t>
            </a:r>
            <a:r>
              <a:rPr lang="nl-NL" dirty="0"/>
              <a:t>", </a:t>
            </a:r>
            <a:r>
              <a:rPr lang="nl-NL" dirty="0" err="1"/>
              <a:t>role</a:t>
            </a:r>
            <a:r>
              <a:rPr lang="nl-NL" dirty="0"/>
              <a:t>)</a:t>
            </a:r>
          </a:p>
          <a:p>
            <a:r>
              <a:rPr lang="nl-NL" b="1" dirty="0"/>
              <a:t>Beveiligde </a:t>
            </a:r>
            <a:r>
              <a:rPr lang="nl-NL" b="1" dirty="0" err="1"/>
              <a:t>endpoints</a:t>
            </a:r>
            <a:r>
              <a:rPr lang="nl-NL" b="1" dirty="0"/>
              <a:t> met </a:t>
            </a:r>
            <a:r>
              <a:rPr lang="nl-NL" b="1" dirty="0" err="1"/>
              <a:t>roles</a:t>
            </a:r>
            <a:br>
              <a:rPr lang="nl-NL" dirty="0"/>
            </a:br>
            <a:r>
              <a:rPr lang="nl-NL" dirty="0"/>
              <a:t>Bijvoorbeeld: PATCH /</a:t>
            </a:r>
            <a:r>
              <a:rPr lang="nl-NL" dirty="0" err="1"/>
              <a:t>snake</a:t>
            </a:r>
            <a:r>
              <a:rPr lang="nl-NL" dirty="0"/>
              <a:t> mag alleen met: </a:t>
            </a:r>
            <a:r>
              <a:rPr lang="nl-NL" sz="1200" dirty="0"/>
              <a:t>@</a:t>
            </a:r>
            <a:r>
              <a:rPr lang="nl-NL" sz="1200" dirty="0" err="1"/>
              <a:t>RolesAllowed</a:t>
            </a:r>
            <a:r>
              <a:rPr lang="nl-NL" sz="1200" dirty="0"/>
              <a:t>({"user", "</a:t>
            </a:r>
            <a:r>
              <a:rPr lang="nl-NL" sz="1200" dirty="0" err="1"/>
              <a:t>admin</a:t>
            </a:r>
            <a:r>
              <a:rPr lang="nl-NL" sz="1200" dirty="0"/>
              <a:t>"})</a:t>
            </a:r>
          </a:p>
          <a:p>
            <a:r>
              <a:rPr lang="nl-NL" b="1" dirty="0"/>
              <a:t>Games beveiligen</a:t>
            </a:r>
            <a:br>
              <a:rPr lang="nl-NL" sz="1200" dirty="0"/>
            </a:br>
            <a:r>
              <a:rPr lang="nl-NL" dirty="0"/>
              <a:t>GET /games/{</a:t>
            </a:r>
            <a:r>
              <a:rPr lang="nl-NL" dirty="0" err="1"/>
              <a:t>gameId</a:t>
            </a:r>
            <a:r>
              <a:rPr lang="nl-NL" dirty="0"/>
              <a:t>}</a:t>
            </a:r>
            <a:r>
              <a:rPr lang="nl-NL" sz="1200" dirty="0"/>
              <a:t> en </a:t>
            </a:r>
            <a:r>
              <a:rPr lang="nl-NL" dirty="0"/>
              <a:t>DELETE /games/{</a:t>
            </a:r>
            <a:r>
              <a:rPr lang="nl-NL" dirty="0" err="1"/>
              <a:t>gameId</a:t>
            </a:r>
            <a:r>
              <a:rPr lang="nl-NL" dirty="0"/>
              <a:t>}</a:t>
            </a:r>
            <a:r>
              <a:rPr lang="nl-NL" sz="1200" dirty="0"/>
              <a:t> zijn ook beveiligd met </a:t>
            </a:r>
            <a:r>
              <a:rPr lang="nl-NL" dirty="0"/>
              <a:t>@</a:t>
            </a:r>
            <a:r>
              <a:rPr lang="nl-NL" dirty="0" err="1"/>
              <a:t>RolesAllowed</a:t>
            </a:r>
            <a:r>
              <a:rPr lang="nl-NL" dirty="0"/>
              <a:t>({"user", "</a:t>
            </a:r>
            <a:r>
              <a:rPr lang="nl-NL" dirty="0" err="1"/>
              <a:t>admin</a:t>
            </a:r>
            <a:r>
              <a:rPr lang="nl-NL" dirty="0"/>
              <a:t>"})</a:t>
            </a:r>
            <a:r>
              <a:rPr lang="nl-NL" sz="1200" dirty="0"/>
              <a:t>.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1084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7BE19-1DAD-429A-AE09-1E6DB54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/>
              <a:t>Testen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586637-434A-2425-22BF-E407144F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Ik test of </a:t>
            </a:r>
            <a:r>
              <a:rPr lang="nl-NL" dirty="0" err="1"/>
              <a:t>Game.chooseMove</a:t>
            </a:r>
            <a:r>
              <a:rPr lang="nl-NL" dirty="0"/>
              <a:t>(</a:t>
            </a:r>
            <a:r>
              <a:rPr lang="nl-NL" dirty="0" err="1"/>
              <a:t>foo</a:t>
            </a:r>
            <a:r>
              <a:rPr lang="nl-NL" dirty="0"/>
              <a:t>) slimme/veilige keuzes maakt.</a:t>
            </a:r>
            <a:br>
              <a:rPr lang="nl-NL"/>
            </a:br>
            <a:r>
              <a:rPr lang="nl-NL"/>
              <a:t>Ik </a:t>
            </a:r>
            <a:r>
              <a:rPr lang="nl-NL" dirty="0"/>
              <a:t>test hier vooral:</a:t>
            </a:r>
            <a:br>
              <a:rPr lang="nl-NL" dirty="0"/>
            </a:br>
            <a:r>
              <a:rPr lang="nl-NL" dirty="0"/>
              <a:t>// 1. richting food gaan als dat veilig is</a:t>
            </a:r>
            <a:br>
              <a:rPr lang="nl-NL" dirty="0"/>
            </a:br>
            <a:r>
              <a:rPr lang="nl-NL" dirty="0"/>
              <a:t>// 2. niet door de muur gaan</a:t>
            </a:r>
            <a:br>
              <a:rPr lang="nl-NL" dirty="0"/>
            </a:br>
            <a:r>
              <a:rPr lang="nl-NL" dirty="0"/>
              <a:t>// 3. niet tegen mijn eigen body gaan</a:t>
            </a:r>
            <a:br>
              <a:rPr lang="nl-NL" dirty="0"/>
            </a:br>
            <a:r>
              <a:rPr lang="nl-NL" dirty="0"/>
              <a:t>// 4. niet tegen </a:t>
            </a:r>
            <a:r>
              <a:rPr lang="nl-NL" dirty="0" err="1"/>
              <a:t>enemy</a:t>
            </a:r>
            <a:r>
              <a:rPr lang="nl-NL" dirty="0"/>
              <a:t> body gaan</a:t>
            </a:r>
          </a:p>
        </p:txBody>
      </p:sp>
    </p:spTree>
    <p:extLst>
      <p:ext uri="{BB962C8B-B14F-4D97-AF65-F5344CB8AC3E}">
        <p14:creationId xmlns:p14="http://schemas.microsoft.com/office/powerpoint/2010/main" val="2484737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F1BC6-D8D2-F96E-7700-125F7A4F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831749-064E-828D-FF80-B0ACCE72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15BCB6B-DC1E-176F-E8FE-BFCE7383656E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Persistentie</a:t>
            </a:r>
          </a:p>
        </p:txBody>
      </p:sp>
    </p:spTree>
    <p:extLst>
      <p:ext uri="{BB962C8B-B14F-4D97-AF65-F5344CB8AC3E}">
        <p14:creationId xmlns:p14="http://schemas.microsoft.com/office/powerpoint/2010/main" val="3963505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180</TotalTime>
  <Words>736</Words>
  <Application>Microsoft Macintosh PowerPoint</Application>
  <PresentationFormat>Breedbeeld</PresentationFormat>
  <Paragraphs>94</Paragraphs>
  <Slides>15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Aptos</vt:lpstr>
      <vt:lpstr>Arial</vt:lpstr>
      <vt:lpstr>MS Shell Dlg 2</vt:lpstr>
      <vt:lpstr>Wingdings</vt:lpstr>
      <vt:lpstr>Wingdings 3</vt:lpstr>
      <vt:lpstr>Madison</vt:lpstr>
      <vt:lpstr>BattleSnake</vt:lpstr>
      <vt:lpstr>Basis-service</vt:lpstr>
      <vt:lpstr>Deployment</vt:lpstr>
      <vt:lpstr>OO Principles</vt:lpstr>
      <vt:lpstr>Domein Complexiteit</vt:lpstr>
      <vt:lpstr>Login - Koppeling FEP &amp; BEP</vt:lpstr>
      <vt:lpstr>REST toepassing</vt:lpstr>
      <vt:lpstr>Koppeling FEP &amp; BEP</vt:lpstr>
      <vt:lpstr>Uiterlijk slang aanpassen</vt:lpstr>
      <vt:lpstr>Informatie van gespeelde potjes</vt:lpstr>
      <vt:lpstr>Deleten van informatie spel</vt:lpstr>
      <vt:lpstr>Login</vt:lpstr>
      <vt:lpstr>Security</vt:lpstr>
      <vt:lpstr>Testen 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Leroy Andrade</dc:creator>
  <cp:lastModifiedBy>Leroy Andrade</cp:lastModifiedBy>
  <cp:revision>18</cp:revision>
  <dcterms:created xsi:type="dcterms:W3CDTF">2026-06-26T03:01:33Z</dcterms:created>
  <dcterms:modified xsi:type="dcterms:W3CDTF">2026-06-26T06:02:14Z</dcterms:modified>
</cp:coreProperties>
</file>