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8" r:id="rId11"/>
    <p:sldId id="269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68"/>
  </p:normalViewPr>
  <p:slideViewPr>
    <p:cSldViewPr snapToGrid="0">
      <p:cViewPr varScale="1">
        <p:scale>
          <a:sx n="119" d="100"/>
          <a:sy n="119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E00563-E604-8C49-A69E-0C47B0AF6651}" type="datetimeFigureOut">
              <a:rPr lang="nl-NL" smtClean="0"/>
              <a:t>26-06-2026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532ED0-5AAD-3941-964B-0FD5D489EE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8634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532ED0-5AAD-3941-964B-0FD5D489EE9B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268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‹nr.›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battlesnake.com/account/battlesnakes" TargetMode="External"/><Relationship Id="rId2" Type="http://schemas.openxmlformats.org/officeDocument/2006/relationships/hyperlink" Target="https://battlesnake-nm77.onrender.com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82/games/games.html" TargetMode="External"/><Relationship Id="rId2" Type="http://schemas.openxmlformats.org/officeDocument/2006/relationships/hyperlink" Target="https://battlesnake-nm77.onrender.com/games/games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D93A9-239B-5E14-98CA-7D9132BB95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BattleSnake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D5D9CB16-C497-3A53-63F4-0A5B57687D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14552" y="3403064"/>
            <a:ext cx="5357600" cy="1160213"/>
          </a:xfrm>
        </p:spPr>
        <p:txBody>
          <a:bodyPr/>
          <a:lstStyle/>
          <a:p>
            <a:r>
              <a:rPr lang="nl-NL" dirty="0"/>
              <a:t>Door Leroy Andrade</a:t>
            </a:r>
          </a:p>
        </p:txBody>
      </p:sp>
    </p:spTree>
    <p:extLst>
      <p:ext uri="{BB962C8B-B14F-4D97-AF65-F5344CB8AC3E}">
        <p14:creationId xmlns:p14="http://schemas.microsoft.com/office/powerpoint/2010/main" val="154427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24BEED-5DC1-A4B6-0861-325D1A8CC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Basis-service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D109386-0E9F-B19B-C122-AB22C5FBFF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- GET  /restservices</a:t>
            </a:r>
          </a:p>
          <a:p>
            <a:r>
              <a:rPr lang="nl-NL" dirty="0"/>
              <a:t>- POST /restservices/start</a:t>
            </a:r>
          </a:p>
          <a:p>
            <a:r>
              <a:rPr lang="nl-NL" dirty="0"/>
              <a:t>- POST /restservices/move</a:t>
            </a:r>
          </a:p>
          <a:p>
            <a:r>
              <a:rPr lang="nl-NL" dirty="0"/>
              <a:t>- POST /restservices/end </a:t>
            </a:r>
          </a:p>
          <a:p>
            <a:r>
              <a:rPr lang="nl-NL" dirty="0"/>
              <a:t>(toon Bruno)</a:t>
            </a:r>
          </a:p>
        </p:txBody>
      </p:sp>
    </p:spTree>
    <p:extLst>
      <p:ext uri="{BB962C8B-B14F-4D97-AF65-F5344CB8AC3E}">
        <p14:creationId xmlns:p14="http://schemas.microsoft.com/office/powerpoint/2010/main" val="175633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434403-8DE7-32D1-63E9-14D116695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Deployment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6E29051-5473-B658-F8CD-18DB34245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Zowel:</a:t>
            </a:r>
          </a:p>
          <a:p>
            <a:r>
              <a:rPr lang="nl-NL" dirty="0"/>
              <a:t>- Lokaal</a:t>
            </a:r>
          </a:p>
          <a:p>
            <a:r>
              <a:rPr lang="nl-NL" dirty="0"/>
              <a:t>- als online: </a:t>
            </a:r>
            <a:r>
              <a:rPr lang="nl-NL" dirty="0">
                <a:hlinkClick r:id="rId2"/>
              </a:rPr>
              <a:t>https://battlesnake-nm77.onrender.com/</a:t>
            </a:r>
            <a:endParaRPr lang="nl-NL" dirty="0"/>
          </a:p>
          <a:p>
            <a:r>
              <a:rPr lang="nl-NL" dirty="0"/>
              <a:t>- met succesvolle koppeling in </a:t>
            </a:r>
            <a:r>
              <a:rPr lang="nl-NL" dirty="0" err="1"/>
              <a:t>BattleSnale</a:t>
            </a:r>
            <a:r>
              <a:rPr lang="nl-NL" dirty="0"/>
              <a:t>: </a:t>
            </a:r>
            <a:r>
              <a:rPr lang="nl-NL" sz="1500" dirty="0">
                <a:hlinkClick r:id="rId3"/>
              </a:rPr>
              <a:t>https://play.battlesnake.com/account/battlesnakes</a:t>
            </a:r>
            <a:r>
              <a:rPr lang="nl-NL" sz="15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7508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3DBE01-BD76-A685-A6DF-5C86FA6FC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OO </a:t>
            </a:r>
            <a:r>
              <a:rPr lang="nl-NL" dirty="0" err="1"/>
              <a:t>Principles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97755E-6D60-E11E-194E-FF3B156FE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1546507"/>
            <a:ext cx="7796540" cy="3997828"/>
          </a:xfrm>
        </p:spPr>
        <p:txBody>
          <a:bodyPr/>
          <a:lstStyle/>
          <a:p>
            <a:r>
              <a:rPr lang="nl-NL" dirty="0"/>
              <a:t>Ik heb niet alles in mijn resource classes gezet. Mijn </a:t>
            </a:r>
            <a:r>
              <a:rPr lang="nl-NL" dirty="0" err="1"/>
              <a:t>webservices</a:t>
            </a:r>
            <a:r>
              <a:rPr lang="nl-NL" dirty="0"/>
              <a:t> package ontvangt HTTP </a:t>
            </a:r>
            <a:r>
              <a:rPr lang="nl-NL" dirty="0" err="1"/>
              <a:t>requests</a:t>
            </a:r>
            <a:r>
              <a:rPr lang="nl-NL" dirty="0"/>
              <a:t> en geeft responses terug. </a:t>
            </a:r>
          </a:p>
          <a:p>
            <a:r>
              <a:rPr lang="nl-NL" dirty="0"/>
              <a:t>Mijn Model package bevat de domeinlogica en data, zoals Game, Board, </a:t>
            </a:r>
            <a:r>
              <a:rPr lang="nl-NL" dirty="0" err="1"/>
              <a:t>SnakeSettings</a:t>
            </a:r>
            <a:r>
              <a:rPr lang="nl-NL" dirty="0"/>
              <a:t>, </a:t>
            </a:r>
            <a:r>
              <a:rPr lang="nl-NL" dirty="0" err="1"/>
              <a:t>GameRecord</a:t>
            </a:r>
            <a:r>
              <a:rPr lang="nl-NL" dirty="0"/>
              <a:t> en </a:t>
            </a:r>
            <a:r>
              <a:rPr lang="nl-NL" dirty="0" err="1"/>
              <a:t>AppDataOpslag</a:t>
            </a:r>
            <a:r>
              <a:rPr lang="nl-NL" dirty="0"/>
              <a:t>. </a:t>
            </a:r>
          </a:p>
          <a:p>
            <a:r>
              <a:rPr lang="nl-NL" dirty="0"/>
              <a:t>Persistentie staat apart in </a:t>
            </a:r>
            <a:r>
              <a:rPr lang="nl-NL" dirty="0" err="1"/>
              <a:t>PersistenceManager</a:t>
            </a:r>
            <a:r>
              <a:rPr lang="nl-NL" dirty="0"/>
              <a:t> en security staat apart in de Security package.</a:t>
            </a:r>
          </a:p>
        </p:txBody>
      </p:sp>
    </p:spTree>
    <p:extLst>
      <p:ext uri="{BB962C8B-B14F-4D97-AF65-F5344CB8AC3E}">
        <p14:creationId xmlns:p14="http://schemas.microsoft.com/office/powerpoint/2010/main" val="571237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D3415-EE8F-9F82-6D23-5A8BEEC9A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Domein Complexiteit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7669527-74EE-3E1F-6462-496DF4C26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17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44AC5A-3A8C-872F-6580-7ED7F88F9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Login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97CED18-4833-EEA6-ADC7-CA3C2AE8A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86102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D95E18-857E-27A0-BDBE-EB4B431F9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REST toepassing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6C11270-D115-6C70-E590-9B5363554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2271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DFF650-221E-08D4-7AB8-597D5CBD8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Koppeling FEP &amp; BEP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57309D5-B859-E1E5-AECB-9EE0FE7E0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211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00B7E-C366-0A99-91AE-E7962064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Uiterlijk slang aanpassen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0BAE20-B5AC-282B-C173-3FBB01B9C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3820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75050D-495A-F2EF-C8F3-4332265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Informatie van gespeelde potjes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99D5CE8-F47D-B31B-020F-E8A889A57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Online: </a:t>
            </a:r>
            <a:r>
              <a:rPr lang="nl-NL" dirty="0">
                <a:hlinkClick r:id="rId2"/>
              </a:rPr>
              <a:t>https://battlesnake-nm77.onrender.com/games/games.html</a:t>
            </a:r>
            <a:endParaRPr lang="nl-NL" dirty="0"/>
          </a:p>
          <a:p>
            <a:endParaRPr lang="nl-NL" dirty="0"/>
          </a:p>
          <a:p>
            <a:r>
              <a:rPr lang="nl-NL" dirty="0"/>
              <a:t>Lokaal: </a:t>
            </a:r>
            <a:r>
              <a:rPr lang="nl-NL" dirty="0">
                <a:hlinkClick r:id="rId3"/>
              </a:rPr>
              <a:t>http://localhost:8082/games/games.html</a:t>
            </a:r>
            <a:r>
              <a:rPr lang="nl-N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5665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A65742-12B6-E258-7657-082BD8CCA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Deleten van informatie spel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095DA51-1AA4-6515-5929-B98172B94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Bruno:</a:t>
            </a:r>
          </a:p>
          <a:p>
            <a:r>
              <a:rPr lang="nl-NL" dirty="0"/>
              <a:t>Start, move, end </a:t>
            </a:r>
            <a:r>
              <a:rPr lang="nl-NL"/>
              <a:t>-&gt; delete</a:t>
            </a:r>
          </a:p>
        </p:txBody>
      </p:sp>
    </p:spTree>
    <p:extLst>
      <p:ext uri="{BB962C8B-B14F-4D97-AF65-F5344CB8AC3E}">
        <p14:creationId xmlns:p14="http://schemas.microsoft.com/office/powerpoint/2010/main" val="3301497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E3AA31-F56F-F280-A8E7-19B16F7F5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Security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3E70E61-49F2-2C57-3033-2AC05A1C6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41084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27BE19-1DAD-429A-AE09-1E6DB5443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Testen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4586637-434A-2425-22BF-E407144FED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84737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F1BC6-D8D2-F96E-7700-125F7A4FE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1831749-064E-828D-FF80-B0ACCE72D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615BCB6B-DC1E-176F-E8FE-BFCE7383656E}"/>
              </a:ext>
            </a:extLst>
          </p:cNvPr>
          <p:cNvSpPr txBox="1"/>
          <p:nvPr/>
        </p:nvSpPr>
        <p:spPr>
          <a:xfrm>
            <a:off x="3049793" y="3247023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Persistentie</a:t>
            </a:r>
          </a:p>
        </p:txBody>
      </p:sp>
    </p:spTree>
    <p:extLst>
      <p:ext uri="{BB962C8B-B14F-4D97-AF65-F5344CB8AC3E}">
        <p14:creationId xmlns:p14="http://schemas.microsoft.com/office/powerpoint/2010/main" val="396350566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54</TotalTime>
  <Words>184</Words>
  <Application>Microsoft Macintosh PowerPoint</Application>
  <PresentationFormat>Breedbeeld</PresentationFormat>
  <Paragraphs>33</Paragraphs>
  <Slides>14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14</vt:i4>
      </vt:variant>
    </vt:vector>
  </HeadingPairs>
  <TitlesOfParts>
    <vt:vector size="20" baseType="lpstr">
      <vt:lpstr>Aptos</vt:lpstr>
      <vt:lpstr>Arial</vt:lpstr>
      <vt:lpstr>MS Shell Dlg 2</vt:lpstr>
      <vt:lpstr>Wingdings</vt:lpstr>
      <vt:lpstr>Wingdings 3</vt:lpstr>
      <vt:lpstr>Madison</vt:lpstr>
      <vt:lpstr>BattleSnake</vt:lpstr>
      <vt:lpstr>Basis-service</vt:lpstr>
      <vt:lpstr>Deployment</vt:lpstr>
      <vt:lpstr>OO Principles</vt:lpstr>
      <vt:lpstr>Domein Complexiteit</vt:lpstr>
      <vt:lpstr>Login</vt:lpstr>
      <vt:lpstr>REST toepassing</vt:lpstr>
      <vt:lpstr>Koppeling FEP &amp; BEP</vt:lpstr>
      <vt:lpstr>Uiterlijk slang aanpassen</vt:lpstr>
      <vt:lpstr>Informatie van gespeelde potjes</vt:lpstr>
      <vt:lpstr>Deleten van informatie spel</vt:lpstr>
      <vt:lpstr>Security</vt:lpstr>
      <vt:lpstr>Testen 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Leroy Andrade</dc:creator>
  <cp:lastModifiedBy>Leroy Andrade</cp:lastModifiedBy>
  <cp:revision>8</cp:revision>
  <dcterms:created xsi:type="dcterms:W3CDTF">2026-06-26T03:01:33Z</dcterms:created>
  <dcterms:modified xsi:type="dcterms:W3CDTF">2026-06-26T03:56:16Z</dcterms:modified>
</cp:coreProperties>
</file>